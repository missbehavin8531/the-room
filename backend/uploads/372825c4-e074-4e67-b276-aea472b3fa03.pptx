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65" r:id="rId6"/>
  </p:sldMasterIdLst>
  <p:sldIdLst>
    <p:sldId id="262" r:id="rId7"/>
    <p:sldId id="263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C8F1"/>
    <a:srgbClr val="1B3E63"/>
    <a:srgbClr val="114E84"/>
    <a:srgbClr val="141D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325"/>
  </p:normalViewPr>
  <p:slideViewPr>
    <p:cSldViewPr snapToGrid="0">
      <p:cViewPr varScale="1">
        <p:scale>
          <a:sx n="61" d="100"/>
          <a:sy n="61" d="100"/>
        </p:scale>
        <p:origin x="92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on, Michael B CTR (USA)" userId="2ba226cd-cdbe-4b9c-bf97-1eaf98a5a9ab" providerId="ADAL" clId="{6E640049-3A4B-4257-8586-7B767D55B973}"/>
    <pc:docChg chg="undo custSel addSld modSld">
      <pc:chgData name="Hannon, Michael B CTR (USA)" userId="2ba226cd-cdbe-4b9c-bf97-1eaf98a5a9ab" providerId="ADAL" clId="{6E640049-3A4B-4257-8586-7B767D55B973}" dt="2025-01-15T20:37:48.133" v="2148" actId="1076"/>
      <pc:docMkLst>
        <pc:docMk/>
      </pc:docMkLst>
      <pc:sldChg chg="modSp mod">
        <pc:chgData name="Hannon, Michael B CTR (USA)" userId="2ba226cd-cdbe-4b9c-bf97-1eaf98a5a9ab" providerId="ADAL" clId="{6E640049-3A4B-4257-8586-7B767D55B973}" dt="2025-01-15T20:33:33.600" v="2129" actId="20577"/>
        <pc:sldMkLst>
          <pc:docMk/>
          <pc:sldMk cId="2251717377" sldId="260"/>
        </pc:sldMkLst>
        <pc:spChg chg="mod">
          <ac:chgData name="Hannon, Michael B CTR (USA)" userId="2ba226cd-cdbe-4b9c-bf97-1eaf98a5a9ab" providerId="ADAL" clId="{6E640049-3A4B-4257-8586-7B767D55B973}" dt="2025-01-15T20:33:33.600" v="2129" actId="20577"/>
          <ac:spMkLst>
            <pc:docMk/>
            <pc:sldMk cId="2251717377" sldId="260"/>
            <ac:spMk id="2" creationId="{D7D11E98-1061-8940-CB3A-D1C17F8FEBA0}"/>
          </ac:spMkLst>
        </pc:spChg>
        <pc:spChg chg="mod">
          <ac:chgData name="Hannon, Michael B CTR (USA)" userId="2ba226cd-cdbe-4b9c-bf97-1eaf98a5a9ab" providerId="ADAL" clId="{6E640049-3A4B-4257-8586-7B767D55B973}" dt="2025-01-15T20:11:29.114" v="1462" actId="5793"/>
          <ac:spMkLst>
            <pc:docMk/>
            <pc:sldMk cId="2251717377" sldId="260"/>
            <ac:spMk id="4" creationId="{CCE02EC2-61C3-F37D-0BD8-4144CD0EE98A}"/>
          </ac:spMkLst>
        </pc:spChg>
      </pc:sldChg>
      <pc:sldChg chg="modSp mod">
        <pc:chgData name="Hannon, Michael B CTR (USA)" userId="2ba226cd-cdbe-4b9c-bf97-1eaf98a5a9ab" providerId="ADAL" clId="{6E640049-3A4B-4257-8586-7B767D55B973}" dt="2025-01-15T19:44:55.577" v="719" actId="20577"/>
        <pc:sldMkLst>
          <pc:docMk/>
          <pc:sldMk cId="1006221762" sldId="262"/>
        </pc:sldMkLst>
        <pc:spChg chg="mod">
          <ac:chgData name="Hannon, Michael B CTR (USA)" userId="2ba226cd-cdbe-4b9c-bf97-1eaf98a5a9ab" providerId="ADAL" clId="{6E640049-3A4B-4257-8586-7B767D55B973}" dt="2025-01-15T19:42:03.498" v="686" actId="1076"/>
          <ac:spMkLst>
            <pc:docMk/>
            <pc:sldMk cId="1006221762" sldId="262"/>
            <ac:spMk id="2" creationId="{E8B77FCD-F5EF-3158-4B76-49BF6B2427D5}"/>
          </ac:spMkLst>
        </pc:spChg>
        <pc:spChg chg="mod">
          <ac:chgData name="Hannon, Michael B CTR (USA)" userId="2ba226cd-cdbe-4b9c-bf97-1eaf98a5a9ab" providerId="ADAL" clId="{6E640049-3A4B-4257-8586-7B767D55B973}" dt="2025-01-15T19:44:55.577" v="719" actId="20577"/>
          <ac:spMkLst>
            <pc:docMk/>
            <pc:sldMk cId="1006221762" sldId="262"/>
            <ac:spMk id="3" creationId="{1D470423-6AB4-C430-6191-E21421A6A0BC}"/>
          </ac:spMkLst>
        </pc:spChg>
      </pc:sldChg>
      <pc:sldChg chg="modSp mod">
        <pc:chgData name="Hannon, Michael B CTR (USA)" userId="2ba226cd-cdbe-4b9c-bf97-1eaf98a5a9ab" providerId="ADAL" clId="{6E640049-3A4B-4257-8586-7B767D55B973}" dt="2025-01-15T20:31:55.883" v="2087" actId="255"/>
        <pc:sldMkLst>
          <pc:docMk/>
          <pc:sldMk cId="4142873656" sldId="263"/>
        </pc:sldMkLst>
        <pc:spChg chg="mod">
          <ac:chgData name="Hannon, Michael B CTR (USA)" userId="2ba226cd-cdbe-4b9c-bf97-1eaf98a5a9ab" providerId="ADAL" clId="{6E640049-3A4B-4257-8586-7B767D55B973}" dt="2025-01-15T19:39:33.912" v="634" actId="255"/>
          <ac:spMkLst>
            <pc:docMk/>
            <pc:sldMk cId="4142873656" sldId="263"/>
            <ac:spMk id="3" creationId="{A2B6CA75-9EEE-A087-FDE2-99A53C521DE9}"/>
          </ac:spMkLst>
        </pc:spChg>
        <pc:spChg chg="mod">
          <ac:chgData name="Hannon, Michael B CTR (USA)" userId="2ba226cd-cdbe-4b9c-bf97-1eaf98a5a9ab" providerId="ADAL" clId="{6E640049-3A4B-4257-8586-7B767D55B973}" dt="2025-01-15T20:31:55.883" v="2087" actId="255"/>
          <ac:spMkLst>
            <pc:docMk/>
            <pc:sldMk cId="4142873656" sldId="263"/>
            <ac:spMk id="4" creationId="{32F8546E-3120-D821-AA14-4385E78DAECC}"/>
          </ac:spMkLst>
        </pc:spChg>
      </pc:sldChg>
      <pc:sldChg chg="delSp modSp new mod">
        <pc:chgData name="Hannon, Michael B CTR (USA)" userId="2ba226cd-cdbe-4b9c-bf97-1eaf98a5a9ab" providerId="ADAL" clId="{6E640049-3A4B-4257-8586-7B767D55B973}" dt="2025-01-15T20:37:48.133" v="2148" actId="1076"/>
        <pc:sldMkLst>
          <pc:docMk/>
          <pc:sldMk cId="3999247632" sldId="264"/>
        </pc:sldMkLst>
        <pc:spChg chg="mod">
          <ac:chgData name="Hannon, Michael B CTR (USA)" userId="2ba226cd-cdbe-4b9c-bf97-1eaf98a5a9ab" providerId="ADAL" clId="{6E640049-3A4B-4257-8586-7B767D55B973}" dt="2025-01-15T20:37:48.133" v="2148" actId="1076"/>
          <ac:spMkLst>
            <pc:docMk/>
            <pc:sldMk cId="3999247632" sldId="264"/>
            <ac:spMk id="2" creationId="{AB7AF50D-D956-D476-6706-697ADF3E401B}"/>
          </ac:spMkLst>
        </pc:spChg>
        <pc:spChg chg="del">
          <ac:chgData name="Hannon, Michael B CTR (USA)" userId="2ba226cd-cdbe-4b9c-bf97-1eaf98a5a9ab" providerId="ADAL" clId="{6E640049-3A4B-4257-8586-7B767D55B973}" dt="2025-01-15T20:37:41.969" v="2147" actId="478"/>
          <ac:spMkLst>
            <pc:docMk/>
            <pc:sldMk cId="3999247632" sldId="264"/>
            <ac:spMk id="3" creationId="{3AAB7D51-4C18-4701-3AC9-14D274CA0E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360511"/>
            <a:ext cx="10515600" cy="590931"/>
          </a:xfrm>
        </p:spPr>
        <p:txBody>
          <a:bodyPr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5999045"/>
            <a:ext cx="10515600" cy="400110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9596" y="2215929"/>
            <a:ext cx="3017520" cy="30175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859" y="295426"/>
            <a:ext cx="1391937" cy="137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92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360511"/>
            <a:ext cx="10515600" cy="590931"/>
          </a:xfrm>
        </p:spPr>
        <p:txBody>
          <a:bodyPr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5999045"/>
            <a:ext cx="10515600" cy="400110"/>
          </a:xfrm>
        </p:spPr>
        <p:txBody>
          <a:bodyPr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9596" y="2215929"/>
            <a:ext cx="3017520" cy="30175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859" y="295426"/>
            <a:ext cx="1391937" cy="137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6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4994"/>
            <a:ext cx="10515600" cy="53553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227513"/>
            <a:ext cx="10515600" cy="400110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3DF8-EEEC-44F9-9340-B88C6938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3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3DF8-EEEC-44F9-9340-B88C6938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15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(2-line)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" r="41"/>
          <a:stretch/>
        </p:blipFill>
        <p:spPr>
          <a:xfrm>
            <a:off x="0" y="0"/>
            <a:ext cx="12192000" cy="14001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365125"/>
            <a:ext cx="10058400" cy="4801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3DF8-EEEC-44F9-9340-B88C6938610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03" y="107190"/>
            <a:ext cx="1255949" cy="1243814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416" y="128468"/>
            <a:ext cx="1207008" cy="120700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2C4C7C-8FA9-BE1D-0753-5A14F02EDBB5}"/>
              </a:ext>
            </a:extLst>
          </p:cNvPr>
          <p:cNvCxnSpPr>
            <a:cxnSpLocks/>
          </p:cNvCxnSpPr>
          <p:nvPr userDrawn="1"/>
        </p:nvCxnSpPr>
        <p:spPr>
          <a:xfrm>
            <a:off x="3048" y="1406291"/>
            <a:ext cx="12188952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rgbClr val="56C8F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27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3DF8-EEEC-44F9-9340-B88C6938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7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3DF8-EEEC-44F9-9340-B88C6938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6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5624615"/>
            <a:ext cx="10515600" cy="590931"/>
          </a:xfrm>
        </p:spPr>
        <p:txBody>
          <a:bodyPr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Closing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7A1FD0-68C6-B6DA-D5B7-F335640C96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9596" y="2215929"/>
            <a:ext cx="3017520" cy="30175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3C13C7-FB7F-4D2A-1A9C-8124C9BC41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859" y="295426"/>
            <a:ext cx="1391937" cy="137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08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99AE-4D1C-6B04-EBFE-C104B7298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7636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53834-9E9A-6FB8-885C-D153DA830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7311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BA2C146-66D3-ECD5-1457-2A3154F74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0405" y="6504057"/>
            <a:ext cx="428625" cy="353943"/>
          </a:xfrm>
          <a:prstGeom prst="rect">
            <a:avLst/>
          </a:prstGeom>
        </p:spPr>
        <p:txBody>
          <a:bodyPr vert="horz" wrap="square" lIns="91440" tIns="91440" rIns="91440" bIns="91440" rtlCol="0" anchor="ctr">
            <a:spAutoFit/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EA03DF8-EEEC-44F9-9340-B88C693861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7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6519565-D0F5-BE4E-C8B6-96DCB701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0" y="365125"/>
            <a:ext cx="10058400" cy="4801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65C8B0-4756-D768-C2D6-C70FEE5DF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3B4F47D-378F-23D8-E3C0-3E4DDC3E8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0405" y="6504057"/>
            <a:ext cx="428625" cy="353943"/>
          </a:xfrm>
          <a:prstGeom prst="rect">
            <a:avLst/>
          </a:prstGeom>
        </p:spPr>
        <p:txBody>
          <a:bodyPr vert="horz" wrap="square" lIns="91440" tIns="91440" rIns="91440" bIns="91440" rtlCol="0" anchor="ctr">
            <a:spAutoFit/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EA03DF8-EEEC-44F9-9340-B88C6938610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8421B3F-06F5-1E7D-CA16-6DCBD12AB93D}"/>
              </a:ext>
            </a:extLst>
          </p:cNvPr>
          <p:cNvCxnSpPr>
            <a:cxnSpLocks/>
          </p:cNvCxnSpPr>
          <p:nvPr userDrawn="1"/>
        </p:nvCxnSpPr>
        <p:spPr>
          <a:xfrm>
            <a:off x="2011680" y="1026909"/>
            <a:ext cx="859536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rgbClr val="56C8F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D5F7BEE2-CA7E-B060-B565-738B319ED1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509" y="138666"/>
            <a:ext cx="1443571" cy="141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4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(2-line)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397943-7790-0937-8CAA-90C9240CABAE}"/>
              </a:ext>
            </a:extLst>
          </p:cNvPr>
          <p:cNvCxnSpPr>
            <a:cxnSpLocks/>
          </p:cNvCxnSpPr>
          <p:nvPr userDrawn="1"/>
        </p:nvCxnSpPr>
        <p:spPr>
          <a:xfrm>
            <a:off x="2000424" y="1434866"/>
            <a:ext cx="877824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rgbClr val="56C8F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11">
            <a:extLst>
              <a:ext uri="{FF2B5EF4-FFF2-40B4-BE49-F238E27FC236}">
                <a16:creationId xmlns:a16="http://schemas.microsoft.com/office/drawing/2014/main" id="{5F6A621D-85A3-C350-CE91-76732055E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933042" y="5854148"/>
            <a:ext cx="1258955" cy="1003852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gradFill flip="none" rotWithShape="1">
            <a:gsLst>
              <a:gs pos="0">
                <a:srgbClr val="141D2E"/>
              </a:gs>
              <a:gs pos="53000">
                <a:srgbClr val="114E84"/>
              </a:gs>
              <a:gs pos="100000">
                <a:srgbClr val="1B3E63"/>
              </a:gs>
            </a:gsLst>
            <a:path path="circle">
              <a:fillToRect l="100000" t="100000"/>
            </a:path>
            <a:tileRect r="-100000" b="-100000"/>
          </a:gra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866BDCF0-3121-B039-3EDC-6B359004F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-1"/>
            <a:ext cx="2305877" cy="1908313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gradFill flip="none" rotWithShape="1">
            <a:gsLst>
              <a:gs pos="0">
                <a:srgbClr val="141D2E"/>
              </a:gs>
              <a:gs pos="53000">
                <a:srgbClr val="114E84"/>
              </a:gs>
              <a:gs pos="100000">
                <a:srgbClr val="1B3E63"/>
              </a:gs>
            </a:gsLst>
            <a:path path="circle">
              <a:fillToRect l="100000" t="100000"/>
            </a:path>
            <a:tileRect r="-100000" b="-100000"/>
          </a:gra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6D02D44-25FA-0B5F-08AB-BE8732A1B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BA5B059-5A9D-33AE-EC5D-157661E73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0405" y="6504057"/>
            <a:ext cx="428625" cy="353943"/>
          </a:xfrm>
          <a:prstGeom prst="rect">
            <a:avLst/>
          </a:prstGeom>
        </p:spPr>
        <p:txBody>
          <a:bodyPr vert="horz" wrap="square" lIns="91440" tIns="91440" rIns="91440" bIns="91440" rtlCol="0" anchor="ctr">
            <a:spAutoFit/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EA03DF8-EEEC-44F9-9340-B88C693861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365125"/>
            <a:ext cx="10058400" cy="4801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3" y="107190"/>
            <a:ext cx="1255949" cy="1243815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416" y="128468"/>
            <a:ext cx="1207008" cy="120700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00BCBBD-99AE-C488-C3E8-AA47F6D6E3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509" y="138666"/>
            <a:ext cx="1443571" cy="141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71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6519565-D0F5-BE4E-C8B6-96DCB701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0" y="365125"/>
            <a:ext cx="10058400" cy="4801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800"/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3B4F47D-378F-23D8-E3C0-3E4DDC3E8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0405" y="6504057"/>
            <a:ext cx="428625" cy="353943"/>
          </a:xfrm>
          <a:prstGeom prst="rect">
            <a:avLst/>
          </a:prstGeom>
        </p:spPr>
        <p:txBody>
          <a:bodyPr vert="horz" wrap="square" lIns="91440" tIns="91440" rIns="91440" bIns="91440" rtlCol="0" anchor="ctr">
            <a:spAutoFit/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EA03DF8-EEEC-44F9-9340-B88C6938610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9357098-3A9F-379F-E87A-CFAACDD29B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509" y="138666"/>
            <a:ext cx="1443571" cy="141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26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3DF8-EEEC-44F9-9340-B88C6938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3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" b="87"/>
          <a:stretch/>
        </p:blipFill>
        <p:spPr>
          <a:xfrm>
            <a:off x="0" y="0"/>
            <a:ext cx="12192000" cy="8763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4CC0E0-BB20-7931-3030-E21BAAAB24AF}"/>
              </a:ext>
            </a:extLst>
          </p:cNvPr>
          <p:cNvCxnSpPr>
            <a:cxnSpLocks/>
          </p:cNvCxnSpPr>
          <p:nvPr userDrawn="1"/>
        </p:nvCxnSpPr>
        <p:spPr>
          <a:xfrm>
            <a:off x="2387" y="890627"/>
            <a:ext cx="12188952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rgbClr val="56C8F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1680" y="365125"/>
            <a:ext cx="10058400" cy="4801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459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0515" y="6504057"/>
            <a:ext cx="428625" cy="353943"/>
          </a:xfrm>
          <a:prstGeom prst="rect">
            <a:avLst/>
          </a:prstGeom>
        </p:spPr>
        <p:txBody>
          <a:bodyPr vert="horz" wrap="square" lIns="91440" tIns="91440" rIns="91440" bIns="9144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03DF8-EEEC-44F9-9340-B88C6938610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03" y="107190"/>
            <a:ext cx="1255949" cy="1243814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416" y="128468"/>
            <a:ext cx="1207008" cy="120700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017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50" r:id="rId4"/>
    <p:sldLayoutId id="2147483657" r:id="rId5"/>
    <p:sldLayoutId id="2147483654" r:id="rId6"/>
    <p:sldLayoutId id="2147483655" r:id="rId7"/>
    <p:sldLayoutId id="214748365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2800" b="0" i="0" u="none" strike="noStrike" kern="1200" cap="none" spc="0" normalizeH="0" baseline="0" smtClean="0">
          <a:ln>
            <a:noFill/>
          </a:ln>
          <a:solidFill>
            <a:schemeClr val="tx1"/>
          </a:solidFill>
          <a:effectLst/>
          <a:uLnTx/>
          <a:uFillTx/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1">
            <a:extLst>
              <a:ext uri="{FF2B5EF4-FFF2-40B4-BE49-F238E27FC236}">
                <a16:creationId xmlns:a16="http://schemas.microsoft.com/office/drawing/2014/main" id="{5D698707-A558-C1EF-F065-6A9FD6AA2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933042" y="5854148"/>
            <a:ext cx="1258955" cy="1003852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gradFill flip="none" rotWithShape="1">
            <a:gsLst>
              <a:gs pos="0">
                <a:srgbClr val="141D2E"/>
              </a:gs>
              <a:gs pos="53000">
                <a:srgbClr val="114E84"/>
              </a:gs>
              <a:gs pos="100000">
                <a:srgbClr val="1B3E63"/>
              </a:gs>
            </a:gsLst>
            <a:path path="circle">
              <a:fillToRect l="100000" t="100000"/>
            </a:path>
            <a:tileRect r="-100000" b="-100000"/>
          </a:gra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E66D64F8-3B02-4A82-A103-058891451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-1"/>
            <a:ext cx="2305877" cy="1908313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gradFill flip="none" rotWithShape="1">
            <a:gsLst>
              <a:gs pos="0">
                <a:srgbClr val="141D2E"/>
              </a:gs>
              <a:gs pos="53000">
                <a:srgbClr val="114E84"/>
              </a:gs>
              <a:gs pos="100000">
                <a:srgbClr val="1B3E63"/>
              </a:gs>
            </a:gsLst>
            <a:path path="circle">
              <a:fillToRect l="100000" t="100000"/>
            </a:path>
            <a:tileRect r="-100000" b="-100000"/>
          </a:gra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DCD78BA-0B8A-6E14-CFBC-37A34F10A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0" y="365125"/>
            <a:ext cx="10058400" cy="4801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DFBBA4F-51B0-4F72-0227-8C33F9C7F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59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0D469D-C261-56F9-D7BA-D37341A0F6E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03" y="107190"/>
            <a:ext cx="1255949" cy="1243814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B0E88-4E8A-EA65-DEBD-6B07419D64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416" y="128468"/>
            <a:ext cx="1207008" cy="120700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EF6CF21-4E1A-24C4-690C-435AF5B53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0405" y="6504057"/>
            <a:ext cx="428625" cy="353943"/>
          </a:xfrm>
          <a:prstGeom prst="rect">
            <a:avLst/>
          </a:prstGeom>
        </p:spPr>
        <p:txBody>
          <a:bodyPr vert="horz" wrap="square" lIns="91440" tIns="91440" rIns="91440" bIns="91440" rtlCol="0" anchor="ctr">
            <a:spAutoFit/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EA03DF8-EEEC-44F9-9340-B88C693861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4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63375" y="6504057"/>
            <a:ext cx="428625" cy="353943"/>
          </a:xfrm>
          <a:prstGeom prst="rect">
            <a:avLst/>
          </a:prstGeom>
        </p:spPr>
        <p:txBody>
          <a:bodyPr vert="horz" wrap="square" lIns="91440" tIns="91440" rIns="91440" bIns="9144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03DF8-EEEC-44F9-9340-B88C693861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2800" b="0" i="0" u="none" strike="noStrike" kern="1200" cap="none" spc="0" normalizeH="0" baseline="0" smtClean="0">
          <a:ln>
            <a:noFill/>
          </a:ln>
          <a:solidFill>
            <a:schemeClr val="tx1"/>
          </a:solidFill>
          <a:effectLst/>
          <a:uLnTx/>
          <a:uFillTx/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7FCD-F5EF-3158-4B76-49BF6B24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524" y="5266868"/>
            <a:ext cx="10515600" cy="1089529"/>
          </a:xfrm>
        </p:spPr>
        <p:txBody>
          <a:bodyPr/>
          <a:lstStyle/>
          <a:p>
            <a:r>
              <a:rPr lang="en-US" dirty="0"/>
              <a:t>Breakout Session A – Reciprocity Process for CSSP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70423-6AB4-C430-6191-E21421A6A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524" y="6356397"/>
            <a:ext cx="10515600" cy="400110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Jeff Eyink, DoD CIO (CS) </a:t>
            </a:r>
          </a:p>
        </p:txBody>
      </p:sp>
    </p:spTree>
    <p:extLst>
      <p:ext uri="{BB962C8B-B14F-4D97-AF65-F5344CB8AC3E}">
        <p14:creationId xmlns:p14="http://schemas.microsoft.com/office/powerpoint/2010/main" val="100622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B6CA75-9EEE-A087-FDE2-99A53C52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01" y="454184"/>
            <a:ext cx="10058400" cy="535531"/>
          </a:xfrm>
        </p:spPr>
        <p:txBody>
          <a:bodyPr/>
          <a:lstStyle/>
          <a:p>
            <a:pPr algn="ctr"/>
            <a:r>
              <a:rPr lang="en-US" sz="3200" dirty="0"/>
              <a:t>Scope/Problem Statements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8546E-3120-D821-AA14-4385E78DA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Current Evaluators Scoring Metric (ESM) does not map to Risk Management Framework (RMF)v5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Inheritance of Cloud Service Offerings (CSOs)</a:t>
            </a:r>
            <a:endParaRPr lang="en-US" sz="2600" b="1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600" dirty="0"/>
              <a:t>Information from certain artifacts are not populating from a cloud offering in </a:t>
            </a:r>
            <a:r>
              <a:rPr lang="en-US" sz="2600" dirty="0" err="1"/>
              <a:t>eMASS</a:t>
            </a: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Body of Evidence (BOE) is not being shared</a:t>
            </a:r>
            <a:endParaRPr lang="en-US" sz="2600" b="1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600" dirty="0"/>
              <a:t>Criticality of controls </a:t>
            </a:r>
          </a:p>
          <a:p>
            <a:pPr marL="457200" lvl="1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Authority to Operate (ATO) packages are not being submitted to DoD Information Security Risk Management Committee (ISRMC)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2873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11E98-1061-8940-CB3A-D1C17F8FE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Crosswalk and map ESM to RMF v5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600" dirty="0"/>
              <a:t>Allow inheritance of system level to CSSPs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600" dirty="0"/>
              <a:t>Timeline: Q4 FY25</a:t>
            </a:r>
          </a:p>
          <a:p>
            <a:pPr marL="914400" lvl="2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Work with DISA to develop a plan to ensure Cloud Service Providers (CSPs) populate required fields in </a:t>
            </a:r>
            <a:r>
              <a:rPr lang="en-US" sz="2600" dirty="0" err="1"/>
              <a:t>eMASS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600" dirty="0"/>
              <a:t>Timeline: Q4 FY25</a:t>
            </a:r>
          </a:p>
          <a:p>
            <a:pPr marL="0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A signed MOA between DoD and IC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600" dirty="0"/>
              <a:t>Timeline: Q3 FY25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CEDD8-2863-F718-0827-F9062B08F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A03DF8-EEEC-44F9-9340-B88C69386107}" type="slidenum">
              <a:rPr lang="en-US" smtClean="0"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E02EC2-61C3-F37D-0BD8-4144CD0E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592976"/>
            <a:ext cx="10058400" cy="535531"/>
          </a:xfrm>
        </p:spPr>
        <p:txBody>
          <a:bodyPr/>
          <a:lstStyle/>
          <a:p>
            <a:r>
              <a:rPr lang="en-US" sz="3200" dirty="0"/>
              <a:t>Deliverables: OPR – DoD CIO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0FCD1-7365-4956-FDEC-63F5AD54B588}"/>
              </a:ext>
            </a:extLst>
          </p:cNvPr>
          <p:cNvSpPr txBox="1"/>
          <p:nvPr/>
        </p:nvSpPr>
        <p:spPr>
          <a:xfrm>
            <a:off x="1524000" y="5715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100" cap="all" dirty="0">
                <a:solidFill>
                  <a:srgbClr val="00CC00"/>
                </a:solidFill>
                <a:latin typeface="Arial Black" panose="020B0A04020102020204" pitchFamily="34" charset="0"/>
              </a:rPr>
              <a:t>Unclassified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4CF8B-D5BD-BF0E-B59E-0C64D6287306}"/>
              </a:ext>
            </a:extLst>
          </p:cNvPr>
          <p:cNvSpPr txBox="1"/>
          <p:nvPr/>
        </p:nvSpPr>
        <p:spPr>
          <a:xfrm>
            <a:off x="1524000" y="666014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rgbClr val="00CC00"/>
                </a:solidFill>
                <a:effectLst>
                  <a:outerShdw blurRad="50800" dist="25400" dir="5400000" algn="t" rotWithShape="0">
                    <a:prstClr val="black">
                      <a:alpha val="5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cap="all" dirty="0">
                <a:effectLst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225171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7AF50D-D956-D476-6706-697ADF3E4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993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 algn="ctr">
              <a:buNone/>
            </a:pPr>
            <a:r>
              <a:rPr lang="en-US" sz="4000" b="1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999247632"/>
      </p:ext>
    </p:extLst>
  </p:cSld>
  <p:clrMapOvr>
    <a:masterClrMapping/>
  </p:clrMapOvr>
</p:sld>
</file>

<file path=ppt/theme/theme1.xml><?xml version="1.0" encoding="utf-8"?>
<a:theme xmlns:a="http://schemas.openxmlformats.org/drawingml/2006/main" name="DoD-CIO">
  <a:themeElements>
    <a:clrScheme name="DoD CIO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D55121"/>
      </a:accent1>
      <a:accent2>
        <a:srgbClr val="38A48C"/>
      </a:accent2>
      <a:accent3>
        <a:srgbClr val="159097"/>
      </a:accent3>
      <a:accent4>
        <a:srgbClr val="00C4EC"/>
      </a:accent4>
      <a:accent5>
        <a:srgbClr val="1B557A"/>
      </a:accent5>
      <a:accent6>
        <a:srgbClr val="26265C"/>
      </a:accent6>
      <a:hlink>
        <a:srgbClr val="571C56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D-CIO" id="{012045B7-B212-4EF0-8FFF-59FCF70C81E6}" vid="{570B8BA1-1072-4952-AB35-EC5CC5AF28A6}"/>
    </a:ext>
  </a:extLst>
</a:theme>
</file>

<file path=ppt/theme/theme2.xml><?xml version="1.0" encoding="utf-8"?>
<a:theme xmlns:a="http://schemas.openxmlformats.org/drawingml/2006/main" name="DoD CIO Layout 2">
  <a:themeElements>
    <a:clrScheme name="DoD CIO -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33E00"/>
      </a:accent1>
      <a:accent2>
        <a:srgbClr val="65C938"/>
      </a:accent2>
      <a:accent3>
        <a:srgbClr val="159097"/>
      </a:accent3>
      <a:accent4>
        <a:srgbClr val="00C4EC"/>
      </a:accent4>
      <a:accent5>
        <a:srgbClr val="1B557A"/>
      </a:accent5>
      <a:accent6>
        <a:srgbClr val="54087C"/>
      </a:accent6>
      <a:hlink>
        <a:srgbClr val="8F33F7"/>
      </a:hlink>
      <a:folHlink>
        <a:srgbClr val="808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nk">
  <a:themeElements>
    <a:clrScheme name="C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55121"/>
      </a:accent1>
      <a:accent2>
        <a:srgbClr val="38A48C"/>
      </a:accent2>
      <a:accent3>
        <a:srgbClr val="159097"/>
      </a:accent3>
      <a:accent4>
        <a:srgbClr val="00C4EC"/>
      </a:accent4>
      <a:accent5>
        <a:srgbClr val="1B557A"/>
      </a:accent5>
      <a:accent6>
        <a:srgbClr val="26265C"/>
      </a:accent6>
      <a:hlink>
        <a:srgbClr val="571C56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D-CIO" id="{012045B7-B212-4EF0-8FFF-59FCF70C81E6}" vid="{570B8BA1-1072-4952-AB35-EC5CC5AF28A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0E98D09343EB439DBF1734A49B7F30" ma:contentTypeVersion="1" ma:contentTypeDescription="Create a new document." ma:contentTypeScope="" ma:versionID="9866277c9c0d2af8db8b5a50cfccdcd6">
  <xsd:schema xmlns:xsd="http://www.w3.org/2001/XMLSchema" xmlns:xs="http://www.w3.org/2001/XMLSchema" xmlns:p="http://schemas.microsoft.com/office/2006/metadata/properties" xmlns:ns2="0111cf2d-8f14-406b-b0bb-01b8be4f5e4f" targetNamespace="http://schemas.microsoft.com/office/2006/metadata/properties" ma:root="true" ma:fieldsID="d44e338266ee17a66fb951b5a28b51ce" ns2:_="">
    <xsd:import namespace="0111cf2d-8f14-406b-b0bb-01b8be4f5e4f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11cf2d-8f14-406b-b0bb-01b8be4f5e4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B5C2A3-7DAB-4A08-BC30-705D000391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A1F81C-E6B9-43BC-AC87-D3354CFB4990}"/>
</file>

<file path=customXml/itemProps3.xml><?xml version="1.0" encoding="utf-8"?>
<ds:datastoreItem xmlns:ds="http://schemas.openxmlformats.org/officeDocument/2006/customXml" ds:itemID="{B26FED09-054A-4346-BDAC-AF5B0AD3159F}">
  <ds:schemaRefs>
    <ds:schemaRef ds:uri="http://schemas.microsoft.com/office/2006/metadata/properties"/>
    <ds:schemaRef ds:uri="http://purl.org/dc/terms/"/>
    <ds:schemaRef ds:uri="dd3e357a-9cb9-4f28-bee9-9197c6ac967b"/>
    <ds:schemaRef ds:uri="http://schemas.microsoft.com/office/2006/documentManagement/types"/>
    <ds:schemaRef ds:uri="http://schemas.openxmlformats.org/package/2006/metadata/core-properties"/>
    <ds:schemaRef ds:uri="3df91424-a507-4193-8f49-7d0e3dbaba84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DoD-CIO</Template>
  <TotalTime>636</TotalTime>
  <Words>157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Black</vt:lpstr>
      <vt:lpstr>Arial Narrow</vt:lpstr>
      <vt:lpstr>Wingdings</vt:lpstr>
      <vt:lpstr>DoD-CIO</vt:lpstr>
      <vt:lpstr>DoD CIO Layout 2</vt:lpstr>
      <vt:lpstr>Blank</vt:lpstr>
      <vt:lpstr>Breakout Session A – Reciprocity Process for CSSP Tools</vt:lpstr>
      <vt:lpstr>Scope/Problem Statements</vt:lpstr>
      <vt:lpstr>Deliverables: OPR – DoD CIO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Deran, Catherine H CTR OSD ODAM (USA)</dc:creator>
  <cp:lastModifiedBy>Hannon, Michael B CTR (USA)</cp:lastModifiedBy>
  <cp:revision>6</cp:revision>
  <dcterms:created xsi:type="dcterms:W3CDTF">2024-06-18T13:14:00Z</dcterms:created>
  <dcterms:modified xsi:type="dcterms:W3CDTF">2025-01-15T20:37:53Z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0x010100880E98D09343EB439DBF1734A49B7F30</vt:lpwstr>
  </property>
  <property fmtid="{D5CDD505-2E9C-101B-9397-08002B2CF9AE}" pid="3" name="MediaServiceImageTags">
    <vt:lpwstr/>
  </property>
</Properties>
</file>